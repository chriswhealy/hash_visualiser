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7"/>
    <p:restoredTop sz="94668"/>
  </p:normalViewPr>
  <p:slideViewPr>
    <p:cSldViewPr snapToGrid="0">
      <p:cViewPr varScale="1">
        <p:scale>
          <a:sx n="156" d="100"/>
          <a:sy n="156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081C-D356-3656-CF6A-BF93B8E6F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BC70C-4942-816C-92F7-A3BB53A57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90ACB-94FA-3D83-8576-2FB19C0AE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5F48D-92E8-A497-5A99-027310F8D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0E79A-1426-B2A6-98D1-20D571E0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04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CFA1F-6CA4-8DB9-0022-9592FB9AC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CF58B-DEDA-CF51-3C7F-D7BB76868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69360-181B-95DE-2F66-9B8DB931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9976F-378A-4402-800C-E5C3FA4E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8AC5-6009-BB11-4FE1-51FD0BC7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4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3DD0-CB94-2D68-D69A-A456DDA8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EDFF7-920E-C584-AFB4-D25979BF9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A37CE-1466-EE3D-A4D5-EEDF60B8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63EFB-4481-0482-5C55-11CB6066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CF52A-055A-55D0-075A-2FF4D1E4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27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A3A9-E06D-35D7-DBC8-4D8CA4C02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1DF48-D447-E7AB-FC79-D4BA65005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7DC54-8D1F-2DA8-20C3-798509C8E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E101F-B864-5151-1AE2-22D7A034C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02E10-9BA7-8981-BF76-60562BFF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E58B5-A7DA-7BC9-4C04-DDB3300F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67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49A0-06CB-3E4A-455A-ECCBE22D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8CC96-0988-3856-B095-A786B5AF8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8B3D4-3326-BD90-E434-7F43D53A5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7ACEB-1213-0688-1198-0D866BDD5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9CA94-F022-4BEC-1D9E-578F9DE47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FA89A-AF55-5461-64AA-B6ABC2119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B10224-9E8A-1F89-D695-23648450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BB6CB-B290-4636-472F-3E444AD8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80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3A04-7C3A-33A8-81DE-EB798A72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9425B-8F93-43F2-07B8-D3E986AA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BE72B-ECEA-D4ED-8B16-6358438C3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417DA-A0BE-FC45-B2E7-318F6DA5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46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9BD908-62ED-0EB4-4027-BE309DF1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05B41D-056F-F2A8-D54B-4F0694C3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88244-708C-8401-A1A7-CDC793D1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6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BD3F-9E69-0936-5B7F-80D8A03E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1670-3AE3-D6C9-A306-C09F02ECF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5E29F-BBC7-5AD1-CAAA-8E10564AA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0B7DE-5B20-EDF5-0D6F-D686023A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20CC8-74F1-1FD4-6180-69CFE4E3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3934-BE34-6A42-8D47-A049283D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21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5478-837E-561D-54A2-0B6D0111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016F8-0EAD-96C4-10CC-AD920AF72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F64C3-257F-52FA-1276-9A445BE8C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CA6D3-CD96-81D3-8701-F7B14198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6BDD9-E8E6-9EF2-FC2A-F8A653A3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85E5E-745F-BDB7-B34A-774A1A4B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16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7D2E-7347-7CF5-2855-17A00B90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36A14-12F6-DF0F-635E-C1ECB08C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42F86-55AA-546E-52B6-51EC45A8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90690-7C4E-2C21-EB12-F4592712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3C24-2BE3-026C-1AEE-FFF4C6D7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10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B660C-C778-D12F-F9C6-8ED3C4B69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90646-1ED0-485C-698B-435CFA0B4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A2544-49E3-4C94-780D-145DBB9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B00B3-C763-6795-973C-AC9D0B44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CF39D-CA11-AB44-E142-8F4ECF76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70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6DDF00-4B59-AF72-491C-1C078B05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A823E-F01A-1505-9210-82EADD9FF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4ACF6-7C43-9033-F54F-564A3D55C1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DD80F-D971-D146-B1B1-29D8A0EA5AC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AD13-6427-25C3-8B78-55496F579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DDCB9-F139-CF4F-BB0C-198ED3E6B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4B4C3-98A5-0643-A568-B28B184795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17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9748E8-0036-62ED-1704-79AEF9C388F4}"/>
              </a:ext>
            </a:extLst>
          </p:cNvPr>
          <p:cNvSpPr txBox="1"/>
          <p:nvPr/>
        </p:nvSpPr>
        <p:spPr>
          <a:xfrm>
            <a:off x="2439080" y="938892"/>
            <a:ext cx="7313839" cy="147732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00000000    00000000    00000000    00000000    00000000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00000000    00000000    00000000    00000000    00000000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00000000    00000000    00000000    00000000    00000000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00000000    00000000    00000000    00000000    00000000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00000000    00000000    00000000    00000000    00000000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30BCB-3735-01BE-97A2-5ED1AB27685D}"/>
              </a:ext>
            </a:extLst>
          </p:cNvPr>
          <p:cNvSpPr txBox="1"/>
          <p:nvPr/>
        </p:nvSpPr>
        <p:spPr>
          <a:xfrm>
            <a:off x="9752919" y="1554911"/>
            <a:ext cx="1272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Input State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81CAA2-31E6-D16B-5B27-467C4BDC826F}"/>
              </a:ext>
            </a:extLst>
          </p:cNvPr>
          <p:cNvGrpSpPr/>
          <p:nvPr/>
        </p:nvGrpSpPr>
        <p:grpSpPr>
          <a:xfrm>
            <a:off x="2439080" y="3123043"/>
            <a:ext cx="1206954" cy="738664"/>
            <a:chOff x="923925" y="2480003"/>
            <a:chExt cx="1206954" cy="73866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1D919A-B36C-6525-9248-FA1398998B80}"/>
                </a:ext>
              </a:extLst>
            </p:cNvPr>
            <p:cNvSpPr txBox="1"/>
            <p:nvPr/>
          </p:nvSpPr>
          <p:spPr>
            <a:xfrm>
              <a:off x="923925" y="2849335"/>
              <a:ext cx="1206954" cy="36933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00000000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60D721-44E3-FEAA-B01D-0A5286013AAA}"/>
                </a:ext>
              </a:extLst>
            </p:cNvPr>
            <p:cNvSpPr txBox="1"/>
            <p:nvPr/>
          </p:nvSpPr>
          <p:spPr>
            <a:xfrm>
              <a:off x="991838" y="2480003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A[x][0]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7D720D-D3FC-2223-5AAB-EB3DBEB6641D}"/>
              </a:ext>
            </a:extLst>
          </p:cNvPr>
          <p:cNvGrpSpPr/>
          <p:nvPr/>
        </p:nvGrpSpPr>
        <p:grpSpPr>
          <a:xfrm>
            <a:off x="3965802" y="3123043"/>
            <a:ext cx="1206954" cy="738664"/>
            <a:chOff x="2417990" y="2480003"/>
            <a:chExt cx="1206954" cy="7386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5EAE84-DA70-38D6-45E2-5C3A03293ECD}"/>
                </a:ext>
              </a:extLst>
            </p:cNvPr>
            <p:cNvSpPr txBox="1"/>
            <p:nvPr/>
          </p:nvSpPr>
          <p:spPr>
            <a:xfrm>
              <a:off x="2417990" y="2849335"/>
              <a:ext cx="1206954" cy="36933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00000000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1BC01D-F831-E4B7-19F7-BB969ACF1FF9}"/>
                </a:ext>
              </a:extLst>
            </p:cNvPr>
            <p:cNvSpPr txBox="1"/>
            <p:nvPr/>
          </p:nvSpPr>
          <p:spPr>
            <a:xfrm>
              <a:off x="2485903" y="2480003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A[x][1]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62BA46-68A0-0DBF-E5C7-D914D9E53AFA}"/>
              </a:ext>
            </a:extLst>
          </p:cNvPr>
          <p:cNvGrpSpPr/>
          <p:nvPr/>
        </p:nvGrpSpPr>
        <p:grpSpPr>
          <a:xfrm>
            <a:off x="5492524" y="3123043"/>
            <a:ext cx="1206954" cy="738664"/>
            <a:chOff x="3952876" y="2480003"/>
            <a:chExt cx="1206954" cy="73866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7DC17A-3093-C4E2-F135-BBB358DB8AA0}"/>
                </a:ext>
              </a:extLst>
            </p:cNvPr>
            <p:cNvSpPr txBox="1"/>
            <p:nvPr/>
          </p:nvSpPr>
          <p:spPr>
            <a:xfrm>
              <a:off x="3952876" y="2849335"/>
              <a:ext cx="1206954" cy="36933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00000000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087A24-3B23-1E4D-0B8B-49499049B1FA}"/>
                </a:ext>
              </a:extLst>
            </p:cNvPr>
            <p:cNvSpPr txBox="1"/>
            <p:nvPr/>
          </p:nvSpPr>
          <p:spPr>
            <a:xfrm>
              <a:off x="4020789" y="2480003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A[x][2]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8714568-1724-68D9-4C23-A36F2CDC6817}"/>
              </a:ext>
            </a:extLst>
          </p:cNvPr>
          <p:cNvGrpSpPr/>
          <p:nvPr/>
        </p:nvGrpSpPr>
        <p:grpSpPr>
          <a:xfrm>
            <a:off x="7019245" y="3123043"/>
            <a:ext cx="1206954" cy="738664"/>
            <a:chOff x="5569404" y="2480003"/>
            <a:chExt cx="1206954" cy="73866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8ADCE9-E44D-3746-73FA-644EC7D2204B}"/>
                </a:ext>
              </a:extLst>
            </p:cNvPr>
            <p:cNvSpPr txBox="1"/>
            <p:nvPr/>
          </p:nvSpPr>
          <p:spPr>
            <a:xfrm>
              <a:off x="5569404" y="2849335"/>
              <a:ext cx="1206954" cy="36933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00000000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0276D34-FA27-3E4F-890A-C84C0D73ABBF}"/>
                </a:ext>
              </a:extLst>
            </p:cNvPr>
            <p:cNvSpPr txBox="1"/>
            <p:nvPr/>
          </p:nvSpPr>
          <p:spPr>
            <a:xfrm>
              <a:off x="5637317" y="2480003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A[x][3]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32F8DC7-1C98-E903-59D9-7FE054C93A85}"/>
              </a:ext>
            </a:extLst>
          </p:cNvPr>
          <p:cNvGrpSpPr/>
          <p:nvPr/>
        </p:nvGrpSpPr>
        <p:grpSpPr>
          <a:xfrm>
            <a:off x="8545966" y="3123043"/>
            <a:ext cx="1206954" cy="738664"/>
            <a:chOff x="7030811" y="2480003"/>
            <a:chExt cx="1206954" cy="7386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5D4433-128F-8235-7BB6-2D588ABE7E93}"/>
                </a:ext>
              </a:extLst>
            </p:cNvPr>
            <p:cNvSpPr txBox="1"/>
            <p:nvPr/>
          </p:nvSpPr>
          <p:spPr>
            <a:xfrm>
              <a:off x="7030811" y="2849335"/>
              <a:ext cx="1206954" cy="36933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00000000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903EEE-1FF0-059D-5554-93D2EC3E5554}"/>
                </a:ext>
              </a:extLst>
            </p:cNvPr>
            <p:cNvSpPr txBox="1"/>
            <p:nvPr/>
          </p:nvSpPr>
          <p:spPr>
            <a:xfrm>
              <a:off x="7098724" y="2480003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A[x][4]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9617FCE-762E-DA30-9C53-F34DD8CA5F4E}"/>
              </a:ext>
            </a:extLst>
          </p:cNvPr>
          <p:cNvSpPr txBox="1"/>
          <p:nvPr/>
        </p:nvSpPr>
        <p:spPr>
          <a:xfrm>
            <a:off x="3965802" y="4208893"/>
            <a:ext cx="1206954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A727283-41A7-1B88-2002-5A0136E830E8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>
            <a:off x="4569279" y="3861707"/>
            <a:ext cx="0" cy="34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FB621B8-9DB9-A805-8AA0-E2C334ECDAFA}"/>
              </a:ext>
            </a:extLst>
          </p:cNvPr>
          <p:cNvCxnSpPr>
            <a:cxnSpLocks/>
            <a:stCxn id="6" idx="2"/>
            <a:endCxn id="24" idx="1"/>
          </p:cNvCxnSpPr>
          <p:nvPr/>
        </p:nvCxnSpPr>
        <p:spPr>
          <a:xfrm rot="16200000" flipH="1">
            <a:off x="3238253" y="3666010"/>
            <a:ext cx="531852" cy="9232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E847238-981F-AA85-3FC1-514032950617}"/>
              </a:ext>
            </a:extLst>
          </p:cNvPr>
          <p:cNvSpPr txBox="1"/>
          <p:nvPr/>
        </p:nvSpPr>
        <p:spPr>
          <a:xfrm>
            <a:off x="5492523" y="4208893"/>
            <a:ext cx="1206954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1854568-AFB1-A916-0C3A-646B9D6C681C}"/>
              </a:ext>
            </a:extLst>
          </p:cNvPr>
          <p:cNvCxnSpPr>
            <a:cxnSpLocks/>
            <a:stCxn id="10" idx="2"/>
            <a:endCxn id="39" idx="0"/>
          </p:cNvCxnSpPr>
          <p:nvPr/>
        </p:nvCxnSpPr>
        <p:spPr>
          <a:xfrm flipH="1">
            <a:off x="6096000" y="3861707"/>
            <a:ext cx="1" cy="34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04EB0C8-5D22-A685-CF04-E22D70C1B920}"/>
              </a:ext>
            </a:extLst>
          </p:cNvPr>
          <p:cNvCxnSpPr>
            <a:cxnSpLocks/>
            <a:stCxn id="24" idx="3"/>
            <a:endCxn id="39" idx="1"/>
          </p:cNvCxnSpPr>
          <p:nvPr/>
        </p:nvCxnSpPr>
        <p:spPr>
          <a:xfrm>
            <a:off x="5172756" y="4393559"/>
            <a:ext cx="319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3C1BCB7-9A65-AFD6-D01D-B5FAF893B0E3}"/>
              </a:ext>
            </a:extLst>
          </p:cNvPr>
          <p:cNvSpPr txBox="1"/>
          <p:nvPr/>
        </p:nvSpPr>
        <p:spPr>
          <a:xfrm>
            <a:off x="7019244" y="4208893"/>
            <a:ext cx="1206954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CF5D696-43C4-5AA6-76D3-A1237D528F29}"/>
              </a:ext>
            </a:extLst>
          </p:cNvPr>
          <p:cNvCxnSpPr>
            <a:cxnSpLocks/>
            <a:stCxn id="12" idx="2"/>
            <a:endCxn id="46" idx="0"/>
          </p:cNvCxnSpPr>
          <p:nvPr/>
        </p:nvCxnSpPr>
        <p:spPr>
          <a:xfrm flipH="1">
            <a:off x="7622721" y="3861707"/>
            <a:ext cx="1" cy="34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C0B7B31-E3BA-BD0D-6D23-4410C596F9CD}"/>
              </a:ext>
            </a:extLst>
          </p:cNvPr>
          <p:cNvCxnSpPr>
            <a:cxnSpLocks/>
            <a:stCxn id="39" idx="3"/>
            <a:endCxn id="46" idx="1"/>
          </p:cNvCxnSpPr>
          <p:nvPr/>
        </p:nvCxnSpPr>
        <p:spPr>
          <a:xfrm>
            <a:off x="6699477" y="4393559"/>
            <a:ext cx="319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1AFCC6E-85FA-5750-B4DA-E9913F0C261F}"/>
              </a:ext>
            </a:extLst>
          </p:cNvPr>
          <p:cNvSpPr txBox="1"/>
          <p:nvPr/>
        </p:nvSpPr>
        <p:spPr>
          <a:xfrm>
            <a:off x="8545965" y="4208893"/>
            <a:ext cx="1206954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E78EAE-4B3A-8E4D-A154-6D4D47C5A11B}"/>
              </a:ext>
            </a:extLst>
          </p:cNvPr>
          <p:cNvCxnSpPr>
            <a:cxnSpLocks/>
            <a:stCxn id="14" idx="2"/>
            <a:endCxn id="51" idx="0"/>
          </p:cNvCxnSpPr>
          <p:nvPr/>
        </p:nvCxnSpPr>
        <p:spPr>
          <a:xfrm flipH="1">
            <a:off x="9149442" y="3861707"/>
            <a:ext cx="1" cy="34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A311323-4FD5-BECE-7425-2B6B22FA871C}"/>
              </a:ext>
            </a:extLst>
          </p:cNvPr>
          <p:cNvCxnSpPr>
            <a:cxnSpLocks/>
            <a:stCxn id="46" idx="3"/>
            <a:endCxn id="51" idx="1"/>
          </p:cNvCxnSpPr>
          <p:nvPr/>
        </p:nvCxnSpPr>
        <p:spPr>
          <a:xfrm>
            <a:off x="8226198" y="4393559"/>
            <a:ext cx="319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351B7BC-D000-5436-AA95-0F6FD4E57A98}"/>
              </a:ext>
            </a:extLst>
          </p:cNvPr>
          <p:cNvSpPr txBox="1"/>
          <p:nvPr/>
        </p:nvSpPr>
        <p:spPr>
          <a:xfrm>
            <a:off x="1265465" y="130822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x = 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7B3FAD-43CD-09AD-B511-3A1F0A2FF8E9}"/>
              </a:ext>
            </a:extLst>
          </p:cNvPr>
          <p:cNvSpPr txBox="1"/>
          <p:nvPr/>
        </p:nvSpPr>
        <p:spPr>
          <a:xfrm>
            <a:off x="8545965" y="4951894"/>
            <a:ext cx="1206954" cy="147732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0000000000000000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C10225-63A7-3F8E-EF46-6611E5846851}"/>
              </a:ext>
            </a:extLst>
          </p:cNvPr>
          <p:cNvSpPr txBox="1"/>
          <p:nvPr/>
        </p:nvSpPr>
        <p:spPr>
          <a:xfrm>
            <a:off x="9822194" y="55058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4C9D2AB-DFFE-0378-9A00-F5EF9A87FB1F}"/>
              </a:ext>
            </a:extLst>
          </p:cNvPr>
          <p:cNvCxnSpPr>
            <a:cxnSpLocks/>
            <a:stCxn id="51" idx="2"/>
            <a:endCxn id="58" idx="0"/>
          </p:cNvCxnSpPr>
          <p:nvPr/>
        </p:nvCxnSpPr>
        <p:spPr>
          <a:xfrm>
            <a:off x="9149442" y="4578225"/>
            <a:ext cx="0" cy="37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3682E0B-54E5-0A36-E866-96AA512704E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042556" y="2416220"/>
            <a:ext cx="1" cy="706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834DB65-8B6A-FDA0-998B-DF2F90BE521F}"/>
              </a:ext>
            </a:extLst>
          </p:cNvPr>
          <p:cNvCxnSpPr>
            <a:cxnSpLocks/>
          </p:cNvCxnSpPr>
          <p:nvPr/>
        </p:nvCxnSpPr>
        <p:spPr>
          <a:xfrm>
            <a:off x="4569277" y="2416220"/>
            <a:ext cx="1" cy="706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A4E0A5C-1D7A-6288-8504-AB84A39F2907}"/>
              </a:ext>
            </a:extLst>
          </p:cNvPr>
          <p:cNvCxnSpPr>
            <a:cxnSpLocks/>
          </p:cNvCxnSpPr>
          <p:nvPr/>
        </p:nvCxnSpPr>
        <p:spPr>
          <a:xfrm>
            <a:off x="6087834" y="2416220"/>
            <a:ext cx="1" cy="706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66002DE-C1CE-7B3A-0324-ED263EA0DF62}"/>
              </a:ext>
            </a:extLst>
          </p:cNvPr>
          <p:cNvCxnSpPr>
            <a:cxnSpLocks/>
          </p:cNvCxnSpPr>
          <p:nvPr/>
        </p:nvCxnSpPr>
        <p:spPr>
          <a:xfrm>
            <a:off x="7614556" y="2416220"/>
            <a:ext cx="1" cy="706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23DDCBC-EF84-3F0E-A242-253E729920A0}"/>
              </a:ext>
            </a:extLst>
          </p:cNvPr>
          <p:cNvCxnSpPr>
            <a:cxnSpLocks/>
          </p:cNvCxnSpPr>
          <p:nvPr/>
        </p:nvCxnSpPr>
        <p:spPr>
          <a:xfrm>
            <a:off x="9141277" y="2416220"/>
            <a:ext cx="1" cy="706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083C6D8-5B0C-2780-F392-E4DBBB866E77}"/>
              </a:ext>
            </a:extLst>
          </p:cNvPr>
          <p:cNvSpPr txBox="1"/>
          <p:nvPr/>
        </p:nvSpPr>
        <p:spPr>
          <a:xfrm>
            <a:off x="5381957" y="207632"/>
            <a:ext cx="1428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/>
              <a:t>Theta C</a:t>
            </a:r>
          </a:p>
        </p:txBody>
      </p:sp>
    </p:spTree>
    <p:extLst>
      <p:ext uri="{BB962C8B-B14F-4D97-AF65-F5344CB8AC3E}">
        <p14:creationId xmlns:p14="http://schemas.microsoft.com/office/powerpoint/2010/main" val="4123349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76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Whealy</dc:creator>
  <cp:lastModifiedBy>Christopher Whealy</cp:lastModifiedBy>
  <cp:revision>1</cp:revision>
  <dcterms:created xsi:type="dcterms:W3CDTF">2026-05-07T14:54:42Z</dcterms:created>
  <dcterms:modified xsi:type="dcterms:W3CDTF">2026-05-07T15:10:08Z</dcterms:modified>
</cp:coreProperties>
</file>